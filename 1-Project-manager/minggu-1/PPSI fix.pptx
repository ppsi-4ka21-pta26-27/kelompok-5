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4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DEFINISI PROYEK · MINGGU 1–2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 Document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D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Perancangan dan Pengembangan Website E-Commerce Hijab pada Shea Daily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5 · 4KA321 · Pengelolaan Proyek Sistem Informasi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 Lasdiansyah · Rifki Ryapiaku · Muhammad Rifqi Nugroho · Muhammad Ricardo Gymnastiar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Dosen: Lulu Chaerani Munggaran S.Kom, MMSI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Klien, Masalah, dan Tujuan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 Daily · Requirement Document · Kelompok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260604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Shea Daily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hijab, berdiri ± 1 tahun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Pemilik: Eka Suharliana + 1 partner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Jualan di TikTok (live harian), Instagram, Shopee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perempuan 20–30 tahun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898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051560"/>
            <a:ext cx="2606040" cy="73152"/>
          </a:xfrm>
          <a:prstGeom prst="rect">
            <a:avLst/>
          </a:prstGeom>
          <a:solidFill>
            <a:srgbClr val="7E9A88"/>
          </a:solidFill>
          <a:ln w="12700">
            <a:solidFill>
              <a:srgbClr val="7E9A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18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Masalah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pada TikTok dan live harian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dicek lewat Excel, terpisah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salah kirim warna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punya etalase sendiri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60604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Tujuan Proyek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sebagai etalase sekaligus toko daring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 pesan langsung, pilih warna, cek ongkir, bayar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Pemilik kelola produk, stok, pesanan sendiri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Solusi, Ruang Lingkup, dan Kebutuhan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 Daily · Requirement Document · Kelompok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260604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Solusi dan Metode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e-commerce custom (bukan Shopify/WooCommerce)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Waterfall, 7 fase, 16 minggu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prototipe sebelum pemrograman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898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1051560"/>
            <a:ext cx="2606040" cy="73152"/>
          </a:xfrm>
          <a:prstGeom prst="rect">
            <a:avLst/>
          </a:prstGeom>
          <a:solidFill>
            <a:srgbClr val="7E9A88"/>
          </a:solidFill>
          <a:ln w="12700">
            <a:solidFill>
              <a:srgbClr val="7E9A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18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Utama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dan pilihan warna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+ ongkir RajaOngkir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via Midtrans atau transfer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produk, stok, pesanan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COD dan app native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051560"/>
            <a:ext cx="260604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Non-Fungsional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9164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responsif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&lt; 3 detik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data terenkripsi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Ketersediaan 99%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simpel, warna muted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Risiko dan Kriteria Penerimaan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 Daily · Requirement Document · Kelompok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393192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Risiko Utama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fitur membesar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perlu dirombak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RajaOngkir/Midtrans bermasalah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51560"/>
            <a:ext cx="3931920" cy="73152"/>
          </a:xfrm>
          <a:prstGeom prst="rect">
            <a:avLst/>
          </a:prstGeom>
          <a:solidFill>
            <a:srgbClr val="7E9A88"/>
          </a:solidFill>
          <a:ln w="12700">
            <a:solidFill>
              <a:srgbClr val="7E9A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Diterima Bila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lolos tanpa bug mayor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wajib berfungsi, tampilan disetujui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selesai dan BAST ditandatangani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Perencanaan Proyek (Fase 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 Daily · Requirement Document · Kelompok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097280" cy="731520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9928" y="1005840"/>
            <a:ext cx="1097280" cy="731520"/>
          </a:xfrm>
          <a:prstGeom prst="rect">
            <a:avLst/>
          </a:prstGeom>
          <a:solidFill>
            <a:srgbClr val="7E9A88"/>
          </a:solidFill>
          <a:ln w="12700">
            <a:solidFill>
              <a:srgbClr val="7E9A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09928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3–4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71216" y="100584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1216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5–6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32504" y="100584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32504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7–8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93792" y="100584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93792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9–12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00584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16368" y="100584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16368" y="1005840"/>
            <a:ext cx="10972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14–15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19202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1920240"/>
            <a:ext cx="3931920" cy="73152"/>
          </a:xfrm>
          <a:prstGeom prst="rect">
            <a:avLst/>
          </a:prstGeom>
          <a:solidFill>
            <a:srgbClr val="7E9A88"/>
          </a:solidFill>
          <a:ln w="12700">
            <a:solidFill>
              <a:srgbClr val="7E9A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Dilakukan (Minggu 3–4)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25603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proses bisnis dan sistem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Kelayakan teknis, ekonomi, operasional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dan jadwal Gantt Chart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6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20240"/>
            <a:ext cx="3931920" cy="73152"/>
          </a:xfrm>
          <a:prstGeom prst="rect">
            <a:avLst/>
          </a:prstGeom>
          <a:solidFill>
            <a:srgbClr val="B07A8C"/>
          </a:solidFill>
          <a:ln w="12700">
            <a:solidFill>
              <a:srgbClr val="B07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Hasil </a:t>
            </a:r>
            <a:r>
              <a:rPr lang="en-US" sz="1500" b="1" dirty="0" err="1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</a:t>
            </a:r>
            <a:r>
              <a:rPr lang="en-US" sz="1500" b="1" dirty="0">
                <a:solidFill>
                  <a:srgbClr val="3B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5603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volume </a:t>
            </a: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pesanan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Midtrans</a:t>
            </a:r>
            <a:r>
              <a:rPr lang="en-US" sz="1400" dirty="0">
                <a:solidFill>
                  <a:srgbClr val="3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transfer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solidFill>
            <a:srgbClr val="3B2A33"/>
          </a:solidFill>
          <a:ln w="12700">
            <a:solidFill>
              <a:srgbClr val="3B2A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358</Words>
  <Application>Microsoft Office PowerPoint</Application>
  <PresentationFormat>On-screen Show (16:9)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 Shea Daily - Kelompok 5</dc:title>
  <dc:subject>PptxGenJS Presentation</dc:subject>
  <dc:creator>Kelompok 5 - 4KA321</dc:creator>
  <cp:lastModifiedBy>ricolasdians@gmail.com</cp:lastModifiedBy>
  <cp:revision>2</cp:revision>
  <dcterms:created xsi:type="dcterms:W3CDTF">2026-10-12T01:55:22Z</dcterms:created>
  <dcterms:modified xsi:type="dcterms:W3CDTF">2026-10-12T01:58:45Z</dcterms:modified>
</cp:coreProperties>
</file>